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onboarding deck for an engineer joining or replicating Nucleus. Everything here is verified against the code, not the stale README/flow docs. Goal: by the end they can name every production moving part and know where to read first. Pair with the Workflow deck for the run-by-run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biggest mental-model jump for someone from a conventional codebase. Nucleus is built on the Claude Agent SDK, authenticated via the local Claude Code CLI - no ANTHROPIC_API_KEY. The identify step is agent.py --task verify_session: it loads prompts/system.md plus the task prompt, registers the in-process 'napco-nucleus' MCP server (the tools/ submodules), runs a single Claude turn on Opus 4.7 (pinned via NUCLEUS_AGENT_MODEL=claude-opus-4-7, commit 2017d01), and exits. All judgement - what counts as a requirement, how to split, what to dedupe - lives in the markdown prompt, not in Python. To change behavior you edit a prompt and re-run evals/run.py. (A 3-stage pipeline.py variant - Haiku extract / Sonnet critique / Opus draft - exists but is NOT the daily-production default.)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topology since the 2026-05-14 migration. Each developer's Windows PC runs capture only: a voice daemon (watches the Teams audio session via pycaw, records mic + speaker as two separate WAV tracks the instant a call starts) and scheduled chat pushes. Dev machines hold no secrets beyond the central share path; they write to the SMB share (guest / no-credential since commit ff99691), never directly to state. Everything else is one Ubuntu box running a six-container docker-compose stack (deploy/linux-central/docker-compose.yml). The repo is bind-mounted so a git pull on the host hot-reloads workers. An off-network dev bridges via Google Drive instead of SMB (drive/offnet_sync.py). The .209 / .195 boxes are retired from Nucleus duty.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 from docker-compose.yml. The split that matters: the first four containers run continuously and only CAPTURE + STAGE - they move bytes into the central tree (calls, transcripts, email, Drive). They never call the LLM. nucleus-daily-draft is the only one that thinks: it fires once a day at 23:30 BD (DAILY_DRAFT_TARGET_TIME) via daily-draft-loop.sh, runs collect_central.py --client all --last-minutes 1440, which aggregates the day, then invokes agent.py --task verify_session to identify requirements, publishes to OpenProject, and sends one rollup email. Memory-capped at 4 GB to fence runaway LLM calls. nucleus-gha-runner is optional and only needed for manual GitHub Actions dispatch. Note: the per-call event trigger still gets written by the transcribe loop but daily-draft deliberately ignores it - one email per day policy (commit 779034d).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memory.py is a SQLite database with FTS5 full-text search and is the backbone of idempotency. On the central host it's a named docker volume so it survives compose down. The dedupe guarantee has three layers: IMAP uses UIDVALIDITY plus a since-UID checkpoint so the same email is never re-read; Drive records every processed file ID; and at publish time (tools/requirements.py:publish_tasks_to_backlog) each candidate is matched both against currently-open OpenProject Work-Package titles and fuzzily against requirements_seen. remember_requirement() stores the new IID + URL. requirement_reviews holds the line-by-line client reply deltas so confirmed items don't get re-asked.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integration surface and the auth rule that trips people up: do NOT add ANTHROPIC_API_KEY as a secret. Claude is invoked through the Claude Agent SDK, which authenticates off the local Claude Code CLI session (Max-tier subscription), so the marginal cost of a run is zero. Call transcription is Google STT only (tools/google_stt.py), Chirp 2 model for best Bangla coverage; it returns Bangla verbatim and Claude translates downstream during identify. faster-whisper was removed 2026-06-08; Groq is not used in production. Email and Drive ingest are roster/allowlist gated. The tracker is OpenProject (openproject_client.py replaced the deleted gitlab_client.py). Secrets live in .env + google-credentials.json at the repo root, both gitignored, loaded with override=True.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reading order grounded in the production path. collect_central.py is the live orchestrator - start there and follow what it calls. It pulls email/Drive, walks the central tree for calls + chat + attachments, transcribes calls via tools/google_stt.py, builds a unified pull-session doc, then shells out to agent.py --task verify_session for the identify turn. That turn uses the MCP tools in tools/requirements.py, whose publish_tasks_to_backlog writes OpenProject Work Packages via openproject_client.py. Finally mail/daily_rollup.py sends the single daily email. The whole runtime is deploy/linux-central/. Ignore README / docs/requirement-management-flow.md for now - they describe an older GitLab/Whisper generation and are being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NAPCO Nucleus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C8D2E0"/>
                </a:solidFill>
                <a:latin typeface="Calibri"/>
              </a:rPr>
              <a:t>Architecture - the production system, as it runs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BBE"/>
                </a:solidFill>
                <a:latin typeface="Calibri"/>
              </a:rPr>
              <a:t>Developer onboarding  |  Adaptive Enterprise / NAPCO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The one idea to grok first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The business logic is NOT in the Python. It's in the prompt.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8007" y="1828800"/>
            <a:ext cx="35661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007" y="1828800"/>
            <a:ext cx="73152" cy="3017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9175" y="1938528"/>
            <a:ext cx="3273552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Prompt = the brain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prompts/*.md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Decides what is a real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requirement, how to split,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what to dedupe, when to stop.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Edit here to change behavior.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767" y="1828800"/>
            <a:ext cx="35661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2767" y="1828800"/>
            <a:ext cx="73152" cy="3017520"/>
          </a:xfrm>
          <a:prstGeom prst="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3935" y="1938528"/>
            <a:ext cx="3273552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A8A"/>
                </a:solidFill>
                <a:latin typeface="Calibri"/>
              </a:rPr>
              <a:t>Tools = the hands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tools/*.py  (MCP server)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Deterministic wrappers: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Google STT, IMAP, Drive,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OpenProject, SQLite. No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judgement - just do-the-thing.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7527" y="1828800"/>
            <a:ext cx="35661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7527" y="1828800"/>
            <a:ext cx="73152" cy="301752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8695" y="1938528"/>
            <a:ext cx="3273552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07856"/>
                </a:solidFill>
                <a:latin typeface="Calibri"/>
              </a:rPr>
              <a:t>Agent = the loop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agent.py --task verify_session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Loads system + task prompt,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registers the MCP server,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runs ONE Claude turn (Opus 4.7),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222222"/>
                </a:solidFill>
                <a:latin typeface="Calibri"/>
              </a:rPr>
              <a:t>exits. That's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Claude is the decider. The tools are dumb on purpose.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6B7785"/>
                </a:solidFill>
                <a:latin typeface="Calibri"/>
              </a:rPr>
              <a:t>Coming from a normal codebase, you'll hunt for logic in tools/ and not find it. Read the prompt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Production topology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Dev PCs capture and push. One Linux host does everything else.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291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" cy="26517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2999232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Calibri"/>
              </a:rPr>
              <a:t>Each developer PC (Windows)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Calibri"/>
              </a:rPr>
              <a:t>voice daemon -&gt; records the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Calibri"/>
              </a:rPr>
              <a:t>Teams call (mic + speaker WAV)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Calibri"/>
              </a:rPr>
              <a:t>push_chat.py -&gt; Teams chat .docx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Calibri"/>
              </a:rPr>
              <a:t>Writes to the Samba share only.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Calibri"/>
              </a:rPr>
              <a:t>No secrets except the share path.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834640"/>
            <a:ext cx="640080" cy="0"/>
          </a:xfrm>
          <a:prstGeom prst="bentConnector3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4297680"/>
            <a:ext cx="3108960" cy="457200"/>
          </a:xfrm>
          <a:prstGeom prst="roundRect">
            <a:avLst/>
          </a:prstGeom>
          <a:solidFill>
            <a:srgbClr val="6B7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\\172.16.205.123\nucleus-central  (SMB, guest)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17320"/>
            <a:ext cx="6949440" cy="44805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36192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Central host  -  172.16.205.123  (Ubuntu, docker-compose)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2194560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2194560"/>
            <a:ext cx="73152" cy="1051560"/>
          </a:xfrm>
          <a:prstGeom prst="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8" y="2304288"/>
            <a:ext cx="2907792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8A8A"/>
                </a:solidFill>
                <a:latin typeface="Calibri"/>
              </a:rPr>
              <a:t>nucleus-samba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serves the central share (SMB 445)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2194560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194560"/>
            <a:ext cx="73152" cy="10515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2304288"/>
            <a:ext cx="2907792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A4C93"/>
                </a:solidFill>
                <a:latin typeface="Calibri"/>
              </a:rPr>
              <a:t>nucleus-transcribe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2-min loop: call WAV -&gt; Google STT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3355848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3355848"/>
            <a:ext cx="73152" cy="105156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3465576"/>
            <a:ext cx="2907792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7856"/>
                </a:solidFill>
                <a:latin typeface="Calibri"/>
              </a:rPr>
              <a:t>nucleus-stage-email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15-min: Gmail IMAP -&gt; central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355848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355848"/>
            <a:ext cx="73152" cy="1051560"/>
          </a:xfrm>
          <a:prstGeom prst="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3465576"/>
            <a:ext cx="2907792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962B"/>
                </a:solidFill>
                <a:latin typeface="Calibri"/>
              </a:rPr>
              <a:t>nucleus-stage-drive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15-min: Google Drive -&gt; central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4517136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2040" y="4517136"/>
            <a:ext cx="731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8" y="4626864"/>
            <a:ext cx="2907792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nucleus-daily-draft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23:30 BD: full pipeline + 1 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4517136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4517136"/>
            <a:ext cx="73152" cy="1051560"/>
          </a:xfrm>
          <a:prstGeom prst="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4626864"/>
            <a:ext cx="2907792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7A4A"/>
                </a:solidFill>
                <a:latin typeface="Calibri"/>
              </a:rPr>
              <a:t>nucleus-gha-runner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optional: manual GHA dispatch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The six containers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Four capture continuously. One thinks once a day. One is on-demand.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834640" cy="566928"/>
          </a:xfrm>
          <a:prstGeom prst="round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nucleus-samba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Serves \\172.16.205.123\nucleus-central over SMB. The drop zone every dev writes 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95728"/>
            <a:ext cx="2834640" cy="56692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nucleus-transcribe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95728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Every 2 min: finds completed calls on the share, transcribes via Google STT (Chirp 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45536"/>
            <a:ext cx="2834640" cy="566928"/>
          </a:xfrm>
          <a:prstGeom prst="round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nucleus-stage-email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45536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Every 15 min: pulls roster-filtered Gmail (mail.pull_email) into the central tree.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95344"/>
            <a:ext cx="2834640" cy="566928"/>
          </a:xfrm>
          <a:prstGeom prst="round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nucleus-stage-drive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895344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Every 15 min: pulls shared Google Drive files (drive.pull_drive) into the central 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45152"/>
            <a:ext cx="2834640" cy="56692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nucleus-daily-draft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645152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Once a day, 23:30 BD: runs collect_central.py -&gt; identify -&gt; OpenProject -&gt; ONE email. 4 GB cap.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94959"/>
            <a:ext cx="2834640" cy="566928"/>
          </a:xfrm>
          <a:prstGeom prst="round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nucleus-gha-runner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394959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Optional (--profile runner): self-hosted runner for manual workflow_dispatch.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Memory &amp; idempotency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SQLite + FTS5. Dedup means a re-run never doubles a requirement.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2926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55648"/>
            <a:ext cx="5102352" cy="2706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nucleus_memory.db  (SQLite + FTS5)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requirements_seen   - fuzzy dedup + WP URLs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activity_logs       - every tool action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email_checkpoints   - IMAP UIDVALIDITY + since-UID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drive_processed     - file IDs never re-ingested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requirement_reviews - client accept/reject deltas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73152" cy="2926080"/>
          </a:xfrm>
          <a:prstGeom prst="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755648"/>
            <a:ext cx="5102352" cy="2706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7A4A"/>
                </a:solidFill>
                <a:latin typeface="Calibri"/>
              </a:rPr>
              <a:t>How state survives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On the central host the DB lives in 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named docker volume (survives compose down).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Three dedupe layers stop duplicates: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  1. IMAP since-UID checkpoint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  2. open Work-Package title match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  3. fuzzy match vs requirements_seen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Confirmed items don't resurface tomorrow.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remember_requirement() records each new Work-Package IID + URL so the next run skips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External services &amp; the auth model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No ANTHROPIC_API_KEY. Claude runs through the local CLI.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651760" cy="56692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Claude Agent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0020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Identify step. Local Claude Code CLI login (Max tier). Opus 4.7. No API key, $0 marginal.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13432"/>
            <a:ext cx="2651760" cy="566928"/>
          </a:xfrm>
          <a:prstGeom prst="round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Google STT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1343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The SOLE call-transcription engine (tools/google_stt.py). Chirp 2 model, best Bangla.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2651760" cy="566928"/>
          </a:xfrm>
          <a:prstGeom prst="round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IMAP / Gmail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26664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Email ingest (mail.pull_email). Roster-filtered allowlist of senders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39896"/>
            <a:ext cx="2651760" cy="566928"/>
          </a:xfrm>
          <a:prstGeom prst="round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Google Drive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39896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Shared-folder watcher (drive.pull_drive). Service-account JSON at repo root.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53128"/>
            <a:ext cx="2651760" cy="56692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53128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Tracker. Work Packages in project mvp-access (replaced GitLab 2026-04-28).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66360"/>
            <a:ext cx="2651760" cy="566928"/>
          </a:xfrm>
          <a:prstGeom prst="round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SMTP (Gmail)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16636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Daily rollup send (mail.daily_rollup). From the napco-nucleus@ael-bd.com alias.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Repo map - where to look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These entry points cover the whole production 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collect_central.py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LIVE orchestrator. Aggregates the central tree for one (client, day).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21408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21408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--task verify_session. The identify turn (Claude Agent SDK, Opus 4.7).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88336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883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prompts/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88336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The brains. system.md + task prompts. Read verify_session / requirement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3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5526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tools/requirements.py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55263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MCP tools, incl. publish_tasks_to_backlog -&gt; OpenProject.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22191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1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tools/google_stt.py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822191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The sole transcription engine (Chirp 2).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89120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openproject_client.py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8912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Work-Package create/update. Project mvp-access.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56048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560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mail/daily_rollup.py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56048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The once-a-day email + Requirements Verification .docx.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22976"/>
            <a:ext cx="347472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2297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onsolas"/>
              </a:rPr>
              <a:t>deploy/linux-central/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522976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docker-compose.yml + the loop scripts. The whole runtime.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That's the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8D2E0"/>
                </a:solidFill>
                <a:latin typeface="Calibri"/>
              </a:rPr>
              <a:t>Next: read one daily run, step by step (Workflow deck).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Live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32004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collect_central.py --client all --last-minutes 1440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Identify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agent.py --task verify_session   (Opus 4.7)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062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deploy/linux-central/docker-compose.yml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709159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OpenProject  -&gt;  project mvp-access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