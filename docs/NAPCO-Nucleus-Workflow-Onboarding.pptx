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Companion to the Architecture deck. Walks a single production day: continuous capture, then the once-a-day 23:30 BD think-and-send. Everything verified against collect_central.py, agent.py, mail/daily_rollup.py and the docker-compose stack - not the stale flow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production rhythm. Capture is continuous and dumb - dev PCs record calls and push chat; the transcribe loop (every 2 min) and the email/Drive stagers (every 15 min) move everything into the central tree. None of that calls the LLM. The thinking happens exactly once a day: at 23:30 BD daily-draft-loop.sh runs collect_central.py --client all --last-minutes 1440, which aggregates the day and invokes the identify turn, publishes to OpenProject, and sends one rollup email. The single-daily-email policy (commit 779034d, 2026-06-11) replaced an earlier per-call trigger - the trigger file is still written but deliberately ignored.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real sequence inside collect_central.py. Steps 1-2 are ingest/aggregation - pull fresh email and Drive, then walk every developer's folder on the central share for the day's calls, chat docs, and attachments. Step 3 transcribes the call WAVs via Google STT (the mic track is labelled You = the AEL dev, the speaker track is Other = the client, where requirements live). Step 4 builds the unified pull-session document, ordered in time and grouped by client. Step 5 is the only LLM step: it shells out to agent.py --task verify_session, which runs one Opus 4.7 turn over the doc via the Agent SDK + MCP tools. Step 6 publishes each requirement as an OpenProject Work Package and records it in memory for dedup. Step 7 is mail.daily_rollup sending the single email with the curated .docx.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requirements land. First, the tracker: publish_tasks_to_backlog (tools/requirements.py) creates OpenProject Work Packages via openproject_client.py in project mvp-access - Type Task for requirements, Bug for bugs, Status New, categorized AccessGroup / BadgeHolder / Personnel. Every candidate is deduped against open WP titles and requirements_seen before create, and the new IID + URL is remembered. Second, delivery: mail.daily_rollup sends exactly one email at 23:30 BD to NUCLEUS_ROLLUP_TO with NUCLEUS_ROLLUP_CC (plus a requirements-only CC list that's used only when requirements were found), from the napco-nucleus@ael-bd.com verified alias. The body lists requirement titles only; full descriptions live in the attached Requirements Verification .docx. If sources were collected but the identify step failed, the subject flips to [ACTION NEEDED] so a silent failure can't hide.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guardrails that make the nightly run trustworthy. Idempotency through checkpoints + multi-layer dedupe means a re-run is always safe. Dry-run (workflow_dispatch dry_run input -&gt; NAPCO_NUCLEUS_DRY_RUN=1) runs everything except mutations - no SMTP, no Work-Package create - while still logging. The one-email-per-day policy means the per-call trigger is deliberately consumed-and-ignored. The roster allowlist (napco_config.REQUIREMENT_ROSTER) drops senders not in the working group. nucleus-daily-draft is memory-capped at 4 GB to fence a runaway LLM loop. And the coverage note + [ACTION NEEDED] subject ensure a run that collected sources but failed to identify can't send a silent 'no requirements'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Hands-on. Three trigger paths, all hitting the same production code. (1) GitHub Actions workflow_dispatch on requirement-management.yml - inputs last_minutes / client / day / dry_run, executed as docker exec nucleus-daily-draft python collect_central.py on the self-hosted runner. (2) do_it_now.py from a dev PC, which pushes local chat then SSHes to the host to run collect_central for one client. (3) Directly on the host. Always start with --dry-run, which sets NAPCO_NUCLEUS_DRY_RUN=1 so tools short-circuit every mutation (no SMTP, no WP create) while still logging to memory. tools.healthcheck verifies config; tools.replay_trace --latest shows the JSONL trace of the most recent run (every run writes data/traces/&lt;date&gt;/&lt;run_id&gt;.jsonl).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NAPCO Nucleus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C8D2E0"/>
                </a:solidFill>
                <a:latin typeface="Calibri"/>
              </a:rPr>
              <a:t>Workflow - one production day, end to 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BBE"/>
                </a:solidFill>
                <a:latin typeface="Calibri"/>
              </a:rPr>
              <a:t>Developer onboarding  |  Adaptive Enterprise / NAPCO labs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4E79"/>
                </a:solidFill>
                <a:latin typeface="Calibri"/>
              </a:rPr>
              <a:t>One production day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6B7785"/>
                </a:solidFill>
                <a:latin typeface="Calibri"/>
              </a:rPr>
              <a:t>Capture all day. Think once, at 23:30 BD. Email once.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46520"/>
            <a:ext cx="10972800" cy="18288"/>
          </a:xfrm>
          <a:prstGeom prst="rect">
            <a:avLst/>
          </a:prstGeom>
          <a:solidFill>
            <a:srgbClr val="D5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1645920"/>
            <a:ext cx="36576" cy="4206240"/>
          </a:xfrm>
          <a:prstGeom prst="rect">
            <a:avLst/>
          </a:prstGeom>
          <a:solidFill>
            <a:srgbClr val="D5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6A4C93"/>
                </a:solidFill>
                <a:latin typeface="Calibri"/>
              </a:rPr>
              <a:t>all 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1600200"/>
            <a:ext cx="228600" cy="228600"/>
          </a:xfrm>
          <a:prstGeom prst="round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554480"/>
            <a:ext cx="2103120" cy="457200"/>
          </a:xfrm>
          <a:prstGeom prst="round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554480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222222"/>
                </a:solidFill>
                <a:latin typeface="Calibri"/>
              </a:rPr>
              <a:t>Dev PCs record Teams calls + push chat to the central share.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0591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2E8A8A"/>
                </a:solidFill>
                <a:latin typeface="Calibri"/>
              </a:rPr>
              <a:t>every 2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2496311"/>
            <a:ext cx="228600" cy="228600"/>
          </a:xfrm>
          <a:prstGeom prst="roundRect">
            <a:avLst/>
          </a:prstGeom>
          <a:solidFill>
            <a:srgbClr val="2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2450591"/>
            <a:ext cx="2103120" cy="457200"/>
          </a:xfrm>
          <a:prstGeom prst="roundRect">
            <a:avLst/>
          </a:prstGeom>
          <a:solidFill>
            <a:srgbClr val="2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Transcribe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450591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222222"/>
                </a:solidFill>
                <a:latin typeface="Calibri"/>
              </a:rPr>
              <a:t>nucleus-transcribe turns finished calls into text (Google STT).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46704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E07856"/>
                </a:solidFill>
                <a:latin typeface="Calibri"/>
              </a:rPr>
              <a:t>every 15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3392424"/>
            <a:ext cx="228600" cy="228600"/>
          </a:xfrm>
          <a:prstGeom prst="roundRect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3346704"/>
            <a:ext cx="2103120" cy="457200"/>
          </a:xfrm>
          <a:prstGeom prst="roundRect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346704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222222"/>
                </a:solidFill>
                <a:latin typeface="Calibri"/>
              </a:rPr>
              <a:t>nucleus-stage-email + -drive pull Gmail and Drive into central.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42816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1F4E79"/>
                </a:solidFill>
                <a:latin typeface="Calibri"/>
              </a:rPr>
              <a:t>23:30 BD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4288536"/>
            <a:ext cx="228600" cy="2286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4242816"/>
            <a:ext cx="2103120" cy="4572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Identify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242816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222222"/>
                </a:solidFill>
                <a:latin typeface="Calibri"/>
              </a:rPr>
              <a:t>nucleus-daily-draft runs collect_central -&gt; agent verify_session.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138928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4A7A4A"/>
                </a:solidFill>
                <a:latin typeface="Calibri"/>
              </a:rPr>
              <a:t>23:30 BD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184648"/>
            <a:ext cx="228600" cy="228600"/>
          </a:xfrm>
          <a:prstGeom prst="roundRect">
            <a:avLst/>
          </a:prstGeom>
          <a:solidFill>
            <a:srgbClr val="4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17520" y="5138928"/>
            <a:ext cx="2103120" cy="457200"/>
          </a:xfrm>
          <a:prstGeom prst="roundRect">
            <a:avLst/>
          </a:prstGeom>
          <a:solidFill>
            <a:srgbClr val="4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Publish + email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5138928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222222"/>
                </a:solidFill>
                <a:latin typeface="Calibri"/>
              </a:rPr>
              <a:t>OpenProject Work Packages created; ONE rollup email sent.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B7785"/>
                </a:solidFill>
                <a:latin typeface="Calibri"/>
              </a:rPr>
              <a:t>Continuous capture; a single nightly think-and-send. No per-call emails (policy: one a day).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4E79"/>
                </a:solidFill>
                <a:latin typeface="Calibri"/>
              </a:rPr>
              <a:t>Inside the nightly run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6B7785"/>
                </a:solidFill>
                <a:latin typeface="Calibri"/>
              </a:rPr>
              <a:t>What collect_central.py actually does, in order.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46520"/>
            <a:ext cx="10972800" cy="18288"/>
          </a:xfrm>
          <a:prstGeom prst="rect">
            <a:avLst/>
          </a:prstGeom>
          <a:solidFill>
            <a:srgbClr val="D5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02920" cy="457200"/>
          </a:xfrm>
          <a:prstGeom prst="round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6A4C93"/>
                </a:solidFill>
                <a:latin typeface="Calibri"/>
              </a:rPr>
              <a:t>Pull email + 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5544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mail.pull_email + drive.pull_drive -&gt; central tree (roster-filtered).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502920" cy="457200"/>
          </a:xfrm>
          <a:prstGeom prst="roundRect">
            <a:avLst/>
          </a:prstGeom>
          <a:solidFill>
            <a:srgbClr val="2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945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2E8A8A"/>
                </a:solidFill>
                <a:latin typeface="Calibri"/>
              </a:rPr>
              <a:t>Walk the central tree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1945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Gather every dev's calls, chat .docx, and chat attachments for the 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34639"/>
            <a:ext cx="502920" cy="457200"/>
          </a:xfrm>
          <a:prstGeom prst="roundRect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3463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07856"/>
                </a:solidFill>
                <a:latin typeface="Calibri"/>
              </a:rPr>
              <a:t>Transcribe calls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834639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Google STT (Chirp 2) on mic + speaker WAVs. You = dev, Other = client.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502920" cy="457200"/>
          </a:xfrm>
          <a:prstGeom prst="roundRect">
            <a:avLst/>
          </a:prstGeom>
          <a:solidFill>
            <a:srgbClr val="C99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4747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C9962B"/>
                </a:solidFill>
                <a:latin typeface="Calibri"/>
              </a:rPr>
              <a:t>Build pull-session doc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474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Stitch calls + chat + email + Drive + attachments into one ordered doc.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14800"/>
            <a:ext cx="502920" cy="4572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14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Identify (LLM)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1148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agent.py --task verify_session. Opus 4.7 reads the doc, finds requirements.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54880"/>
            <a:ext cx="502920" cy="457200"/>
          </a:xfrm>
          <a:prstGeom prst="round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7548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6A4C93"/>
                </a:solidFill>
                <a:latin typeface="Calibri"/>
              </a:rPr>
              <a:t>Publish + remember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7548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publish_tasks_to_backlog -&gt; OpenProject WPs; remember_requirement -&gt; memory.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394959"/>
            <a:ext cx="502920" cy="457200"/>
          </a:xfrm>
          <a:prstGeom prst="roundRect">
            <a:avLst/>
          </a:prstGeom>
          <a:solidFill>
            <a:srgbClr val="4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39495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4A7A4A"/>
                </a:solidFill>
                <a:latin typeface="Calibri"/>
              </a:rPr>
              <a:t>Daily rollup email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5394959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mail.daily_rollup: one email + Requirements Verification .docx attached.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4E79"/>
                </a:solidFill>
                <a:latin typeface="Calibri"/>
              </a:rPr>
              <a:t>Output &amp; delivery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6B7785"/>
                </a:solidFill>
                <a:latin typeface="Calibri"/>
              </a:rPr>
              <a:t>Two destinations: the tracker, and one email to the team.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46520"/>
            <a:ext cx="10972800" cy="18288"/>
          </a:xfrm>
          <a:prstGeom prst="rect">
            <a:avLst/>
          </a:prstGeom>
          <a:solidFill>
            <a:srgbClr val="D5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39496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73152" cy="384048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55648"/>
            <a:ext cx="5102352" cy="3621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6A4C93"/>
                </a:solidFill>
                <a:latin typeface="Calibri"/>
              </a:rPr>
              <a:t>OpenProject Work Packages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openproject_client.py -&gt; project mvp-access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Type: Task (requirement) / Bug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Status: New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Category: AccessGroup / BadgeHolder / Personnel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Dedup before create: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  open-WP title match + requirements_seen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Each new WP's IID + URL -&gt; memory,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so the next night skips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45920"/>
            <a:ext cx="539496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645920"/>
            <a:ext cx="73152" cy="3840480"/>
          </a:xfrm>
          <a:prstGeom prst="rect">
            <a:avLst/>
          </a:prstGeom>
          <a:solidFill>
            <a:srgbClr val="4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1755648"/>
            <a:ext cx="5102352" cy="3621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A7A4A"/>
                </a:solidFill>
                <a:latin typeface="Calibri"/>
              </a:rPr>
              <a:t>The daily rollup email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mail.daily_rollup, once at 23:30 BD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TO:  NUCLEUS_ROLLUP_TO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CC:  NUCLEUS_ROLLUP_CC (+ reqs-only CC)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From: napco-nucleus@ael-bd.com alias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Subject: 'NAPCO Nucleus - daily client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  requirements (YYYY-MM-DD)'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  -&gt; '[ACTION NEEDED]' if identify failed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Body = requirement TITLES only.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Attached: Requirements Verification &lt;date&gt;.docx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4E79"/>
                </a:solidFill>
                <a:latin typeface="Calibri"/>
              </a:rPr>
              <a:t>Guardrails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6B7785"/>
                </a:solidFill>
                <a:latin typeface="Calibri"/>
              </a:rPr>
              <a:t>What keeps an autonomous nightly run safe.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46520"/>
            <a:ext cx="10972800" cy="18288"/>
          </a:xfrm>
          <a:prstGeom prst="rect">
            <a:avLst/>
          </a:prstGeom>
          <a:solidFill>
            <a:srgbClr val="D5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36118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73152" cy="1965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64208"/>
            <a:ext cx="3319272" cy="1746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Idempotency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IMAP since-UID checkpoint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Drive file-ID never re-run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2-layer WP dedupe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554480"/>
            <a:ext cx="36118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554480"/>
            <a:ext cx="73152" cy="196596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664208"/>
            <a:ext cx="3319272" cy="1746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6A4C93"/>
                </a:solidFill>
                <a:latin typeface="Calibri"/>
              </a:rPr>
              <a:t>Dry-run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dry_run input / env flag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Every step EXCEPT mutations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No send, no WP create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554480"/>
            <a:ext cx="36118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554480"/>
            <a:ext cx="73152" cy="1965960"/>
          </a:xfrm>
          <a:prstGeom prst="rect">
            <a:avLst/>
          </a:prstGeom>
          <a:solidFill>
            <a:srgbClr val="2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664208"/>
            <a:ext cx="3319272" cy="1746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8A8A"/>
                </a:solidFill>
                <a:latin typeface="Calibri"/>
              </a:rPr>
              <a:t>One email / day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Per-call trigger ignored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Single 23:30 BD rollup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(commit 779034d)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85032"/>
            <a:ext cx="36118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685032"/>
            <a:ext cx="73152" cy="1965960"/>
          </a:xfrm>
          <a:prstGeom prst="rect">
            <a:avLst/>
          </a:prstGeom>
          <a:solidFill>
            <a:srgbClr val="E07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794760"/>
            <a:ext cx="3319272" cy="1746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07856"/>
                </a:solidFill>
                <a:latin typeface="Calibri"/>
              </a:rPr>
              <a:t>Roster allowlist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REQUIREMENT_ROSTER filter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Only roster senders ingested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Random mail dropped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85032"/>
            <a:ext cx="36118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685032"/>
            <a:ext cx="73152" cy="1965960"/>
          </a:xfrm>
          <a:prstGeom prst="rect">
            <a:avLst/>
          </a:prstGeom>
          <a:solidFill>
            <a:srgbClr val="C99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3794760"/>
            <a:ext cx="3319272" cy="1746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9962B"/>
                </a:solidFill>
                <a:latin typeface="Calibri"/>
              </a:rPr>
              <a:t>Memory cap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daily-draft capped at 4 GB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Fences runaway LLM calls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docker-compose limit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3685032"/>
            <a:ext cx="36118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3685032"/>
            <a:ext cx="73152" cy="1965960"/>
          </a:xfrm>
          <a:prstGeom prst="rect">
            <a:avLst/>
          </a:prstGeom>
          <a:solidFill>
            <a:srgbClr val="4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8" y="3794760"/>
            <a:ext cx="3319272" cy="1746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A7A4A"/>
                </a:solidFill>
                <a:latin typeface="Calibri"/>
              </a:rPr>
              <a:t>Failure shout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Coverage note records what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was processed; identify-fail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alibri"/>
              </a:rPr>
              <a:t>flips subject to ACTION NEEDED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4E79"/>
                </a:solidFill>
                <a:latin typeface="Calibri"/>
              </a:rPr>
              <a:t>Run it yourself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6B7785"/>
                </a:solidFill>
                <a:latin typeface="Calibri"/>
              </a:rPr>
              <a:t>Three ways to trigger production. Start with a dry run.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446520"/>
            <a:ext cx="10972800" cy="18288"/>
          </a:xfrm>
          <a:prstGeom prst="rect">
            <a:avLst/>
          </a:prstGeom>
          <a:solidFill>
            <a:srgbClr val="D5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4864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73152" cy="3931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55648"/>
            <a:ext cx="5193792" cy="3712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Trigger a run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onsolas"/>
              </a:rPr>
              <a:t>Manual, via GitHub Actions: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onsolas"/>
              </a:rPr>
              <a:t>  Actions -&gt; Requirement Management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onsolas"/>
              </a:rPr>
              <a:t>  -&gt; Run workflow (last_minutes / client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onsolas"/>
              </a:rPr>
              <a:t>     / day / dry_run)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onsolas"/>
              </a:rPr>
              <a:t>  -&gt; docker exec nucleus-daily-draft ...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onsolas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onsolas"/>
              </a:rPr>
              <a:t>On-demand from a dev PC: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onsolas"/>
              </a:rPr>
              <a:t>  py -3 do_it_now.py --client 'X' \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onsolas"/>
              </a:rPr>
              <a:t>    --last-minutes 60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onsolas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onsolas"/>
              </a:rPr>
              <a:t>On the host directly: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onsolas"/>
              </a:rPr>
              <a:t>  python collect_central.py --client all \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onsolas"/>
              </a:rPr>
              <a:t>    --last-minutes 1440 [--dry-run]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45920"/>
            <a:ext cx="53949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645920"/>
            <a:ext cx="73152" cy="3931920"/>
          </a:xfrm>
          <a:prstGeom prst="rect">
            <a:avLst/>
          </a:prstGeom>
          <a:solidFill>
            <a:srgbClr val="4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1755648"/>
            <a:ext cx="5102352" cy="3712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A7A4A"/>
                </a:solidFill>
                <a:latin typeface="Calibri"/>
              </a:rPr>
              <a:t>Inspect &amp; verify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onsolas"/>
              </a:rPr>
              <a:t>Verify the install: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onsolas"/>
              </a:rPr>
              <a:t>  py -3 -m tools.healthcheck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onsolas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onsolas"/>
              </a:rPr>
              <a:t>Replay the last run's trace: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onsolas"/>
              </a:rPr>
              <a:t>  py -3 -m tools.replay_trace --latest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onsolas"/>
              </a:rPr>
              <a:t>  (data/traces/&lt;date&gt;/&lt;run_id&gt;.jsonl)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onsolas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onsolas"/>
              </a:rPr>
              <a:t>Always dry-run first: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onsolas"/>
              </a:rPr>
              <a:t>  --dry-run sets NAPCO_NUCLEUS_DRY_RUN=1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onsolas"/>
              </a:rPr>
              <a:t>  -&gt; no email, no Work-Package create,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22222"/>
                </a:solidFill>
                <a:latin typeface="Consolas"/>
              </a:rPr>
              <a:t>     but memory still logs the run.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You can run it now.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8D2E0"/>
                </a:solidFill>
                <a:latin typeface="Calibri"/>
              </a:rPr>
              <a:t>Start with a dry run, then read the trace.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Dry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320040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8D2E0"/>
                </a:solidFill>
                <a:latin typeface="Consolas"/>
              </a:rPr>
              <a:t>collect_central.py --client all --last-minutes 1440 --dry-run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70332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8D2E0"/>
                </a:solidFill>
                <a:latin typeface="Consolas"/>
              </a:rPr>
              <a:t>py -3 -m tools.healthcheck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20624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8D2E0"/>
                </a:solidFill>
                <a:latin typeface="Consolas"/>
              </a:rPr>
              <a:t>py -3 -m tools.replay_trace --latest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09159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709159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8D2E0"/>
                </a:solidFill>
                <a:latin typeface="Consolas"/>
              </a:rPr>
              <a:t>deploy/linux-central/docker-compose.yml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